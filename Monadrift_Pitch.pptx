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Monadrift — a track that doesn't exist yet. Built in one day on Monad testnet, this is an on-chain racing game where the course is generated seconds before you race it, and nobody, human or bot, has seen it in advance.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on-chain games either fake speed off-chain, or they're technically real but painfully slow — you tap a button and wait. And any game where the map is public in advance gets solved by bots before a human ever gets a fair 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seed is committed on-chain and revealed one block before the race starts. Only the next checkpoint is ever visible — same rule whether you're a person or an autonomous agent. Nobody can precompute a winning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Lane collisions resolve by transaction order, not physics — whoever's move confirms first claims the lane. Every move costs staked MON, so going broke ends your race. Humans play through a browser; AI agents play the exact same game over plain HTTP.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only works because Monad confirms in under a second — ten thousand transactions per second, three-hundred-millisecond blocks. On any slower chain, this game literally doesn't work in real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It's live right now at monadrift dot vercel dot app. Scan the code, register, and race — duel a friend or drop into an open lobby. Built solo, start to finish, in one eight-hour hackathon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18872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01168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83464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365760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448056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530352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612648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36576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118872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201168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" y="283464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8720" y="365760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8720" y="448056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88720" y="530352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7" name="Shape 15"/>
          <p:cNvSpPr/>
          <p:nvPr/>
        </p:nvSpPr>
        <p:spPr>
          <a:xfrm>
            <a:off x="1188720" y="612648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8" name="Shape 16"/>
          <p:cNvSpPr/>
          <p:nvPr/>
        </p:nvSpPr>
        <p:spPr>
          <a:xfrm>
            <a:off x="2011680" y="36576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9" name="Shape 17"/>
          <p:cNvSpPr/>
          <p:nvPr/>
        </p:nvSpPr>
        <p:spPr>
          <a:xfrm>
            <a:off x="2011680" y="118872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20" name="Shape 18"/>
          <p:cNvSpPr/>
          <p:nvPr/>
        </p:nvSpPr>
        <p:spPr>
          <a:xfrm>
            <a:off x="2011680" y="201168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21" name="Shape 19"/>
          <p:cNvSpPr/>
          <p:nvPr/>
        </p:nvSpPr>
        <p:spPr>
          <a:xfrm>
            <a:off x="2011680" y="283464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22" name="Shape 20"/>
          <p:cNvSpPr/>
          <p:nvPr/>
        </p:nvSpPr>
        <p:spPr>
          <a:xfrm>
            <a:off x="2011680" y="365760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23" name="Shape 21"/>
          <p:cNvSpPr/>
          <p:nvPr/>
        </p:nvSpPr>
        <p:spPr>
          <a:xfrm>
            <a:off x="2011680" y="448056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24" name="Shape 22"/>
          <p:cNvSpPr/>
          <p:nvPr/>
        </p:nvSpPr>
        <p:spPr>
          <a:xfrm>
            <a:off x="2011680" y="530352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25" name="Shape 23"/>
          <p:cNvSpPr/>
          <p:nvPr/>
        </p:nvSpPr>
        <p:spPr>
          <a:xfrm>
            <a:off x="2011680" y="612648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26" name="Shape 24"/>
          <p:cNvSpPr/>
          <p:nvPr/>
        </p:nvSpPr>
        <p:spPr>
          <a:xfrm>
            <a:off x="2834640" y="36576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27" name="Shape 25"/>
          <p:cNvSpPr/>
          <p:nvPr/>
        </p:nvSpPr>
        <p:spPr>
          <a:xfrm>
            <a:off x="2834640" y="118872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28" name="Shape 26"/>
          <p:cNvSpPr/>
          <p:nvPr/>
        </p:nvSpPr>
        <p:spPr>
          <a:xfrm>
            <a:off x="2834640" y="201168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29" name="Shape 27"/>
          <p:cNvSpPr/>
          <p:nvPr/>
        </p:nvSpPr>
        <p:spPr>
          <a:xfrm>
            <a:off x="2834640" y="283464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30" name="Shape 28"/>
          <p:cNvSpPr/>
          <p:nvPr/>
        </p:nvSpPr>
        <p:spPr>
          <a:xfrm>
            <a:off x="2834640" y="365760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31" name="Shape 29"/>
          <p:cNvSpPr/>
          <p:nvPr/>
        </p:nvSpPr>
        <p:spPr>
          <a:xfrm>
            <a:off x="2834640" y="448056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32" name="Shape 30"/>
          <p:cNvSpPr/>
          <p:nvPr/>
        </p:nvSpPr>
        <p:spPr>
          <a:xfrm>
            <a:off x="2834640" y="530352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33" name="Shape 31"/>
          <p:cNvSpPr/>
          <p:nvPr/>
        </p:nvSpPr>
        <p:spPr>
          <a:xfrm>
            <a:off x="2834640" y="612648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34" name="Shape 32"/>
          <p:cNvSpPr/>
          <p:nvPr/>
        </p:nvSpPr>
        <p:spPr>
          <a:xfrm>
            <a:off x="3657600" y="36576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0" y="118872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36" name="Shape 34"/>
          <p:cNvSpPr/>
          <p:nvPr/>
        </p:nvSpPr>
        <p:spPr>
          <a:xfrm>
            <a:off x="3657600" y="201168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37" name="Shape 35"/>
          <p:cNvSpPr/>
          <p:nvPr/>
        </p:nvSpPr>
        <p:spPr>
          <a:xfrm>
            <a:off x="3657600" y="283464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38" name="Shape 36"/>
          <p:cNvSpPr/>
          <p:nvPr/>
        </p:nvSpPr>
        <p:spPr>
          <a:xfrm>
            <a:off x="3657600" y="365760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39" name="Shape 37"/>
          <p:cNvSpPr/>
          <p:nvPr/>
        </p:nvSpPr>
        <p:spPr>
          <a:xfrm>
            <a:off x="3657600" y="448056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40" name="Shape 38"/>
          <p:cNvSpPr/>
          <p:nvPr/>
        </p:nvSpPr>
        <p:spPr>
          <a:xfrm>
            <a:off x="3657600" y="530352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41" name="Shape 39"/>
          <p:cNvSpPr/>
          <p:nvPr/>
        </p:nvSpPr>
        <p:spPr>
          <a:xfrm>
            <a:off x="3657600" y="612648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42" name="Shape 40"/>
          <p:cNvSpPr/>
          <p:nvPr/>
        </p:nvSpPr>
        <p:spPr>
          <a:xfrm>
            <a:off x="4480560" y="36576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43" name="Shape 41"/>
          <p:cNvSpPr/>
          <p:nvPr/>
        </p:nvSpPr>
        <p:spPr>
          <a:xfrm>
            <a:off x="4480560" y="118872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44" name="Shape 42"/>
          <p:cNvSpPr/>
          <p:nvPr/>
        </p:nvSpPr>
        <p:spPr>
          <a:xfrm>
            <a:off x="4480560" y="201168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45" name="Shape 43"/>
          <p:cNvSpPr/>
          <p:nvPr/>
        </p:nvSpPr>
        <p:spPr>
          <a:xfrm>
            <a:off x="4480560" y="283464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46" name="Shape 44"/>
          <p:cNvSpPr/>
          <p:nvPr/>
        </p:nvSpPr>
        <p:spPr>
          <a:xfrm>
            <a:off x="4480560" y="365760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47" name="Shape 45"/>
          <p:cNvSpPr/>
          <p:nvPr/>
        </p:nvSpPr>
        <p:spPr>
          <a:xfrm>
            <a:off x="4480560" y="448056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48" name="Shape 46"/>
          <p:cNvSpPr/>
          <p:nvPr/>
        </p:nvSpPr>
        <p:spPr>
          <a:xfrm>
            <a:off x="4480560" y="530352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49" name="Shape 47"/>
          <p:cNvSpPr/>
          <p:nvPr/>
        </p:nvSpPr>
        <p:spPr>
          <a:xfrm>
            <a:off x="4480560" y="612648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50" name="Shape 48"/>
          <p:cNvSpPr/>
          <p:nvPr/>
        </p:nvSpPr>
        <p:spPr>
          <a:xfrm>
            <a:off x="5303520" y="36576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51" name="Shape 49"/>
          <p:cNvSpPr/>
          <p:nvPr/>
        </p:nvSpPr>
        <p:spPr>
          <a:xfrm>
            <a:off x="5303520" y="118872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52" name="Shape 50"/>
          <p:cNvSpPr/>
          <p:nvPr/>
        </p:nvSpPr>
        <p:spPr>
          <a:xfrm>
            <a:off x="5303520" y="201168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53" name="Shape 51"/>
          <p:cNvSpPr/>
          <p:nvPr/>
        </p:nvSpPr>
        <p:spPr>
          <a:xfrm>
            <a:off x="5303520" y="283464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54" name="Shape 52"/>
          <p:cNvSpPr/>
          <p:nvPr/>
        </p:nvSpPr>
        <p:spPr>
          <a:xfrm>
            <a:off x="5303520" y="365760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55" name="Shape 53"/>
          <p:cNvSpPr/>
          <p:nvPr/>
        </p:nvSpPr>
        <p:spPr>
          <a:xfrm>
            <a:off x="5303520" y="448056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56" name="Shape 54"/>
          <p:cNvSpPr/>
          <p:nvPr/>
        </p:nvSpPr>
        <p:spPr>
          <a:xfrm>
            <a:off x="5303520" y="530352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57" name="Shape 55"/>
          <p:cNvSpPr/>
          <p:nvPr/>
        </p:nvSpPr>
        <p:spPr>
          <a:xfrm>
            <a:off x="5303520" y="612648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58" name="Shape 56"/>
          <p:cNvSpPr/>
          <p:nvPr/>
        </p:nvSpPr>
        <p:spPr>
          <a:xfrm>
            <a:off x="6126480" y="36576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59" name="Shape 57"/>
          <p:cNvSpPr/>
          <p:nvPr/>
        </p:nvSpPr>
        <p:spPr>
          <a:xfrm>
            <a:off x="6126480" y="118872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60" name="Shape 58"/>
          <p:cNvSpPr/>
          <p:nvPr/>
        </p:nvSpPr>
        <p:spPr>
          <a:xfrm>
            <a:off x="6126480" y="201168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61" name="Shape 59"/>
          <p:cNvSpPr/>
          <p:nvPr/>
        </p:nvSpPr>
        <p:spPr>
          <a:xfrm>
            <a:off x="6126480" y="283464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62" name="Shape 60"/>
          <p:cNvSpPr/>
          <p:nvPr/>
        </p:nvSpPr>
        <p:spPr>
          <a:xfrm>
            <a:off x="6126480" y="365760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63" name="Shape 61"/>
          <p:cNvSpPr/>
          <p:nvPr/>
        </p:nvSpPr>
        <p:spPr>
          <a:xfrm>
            <a:off x="6126480" y="448056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64" name="Shape 62"/>
          <p:cNvSpPr/>
          <p:nvPr/>
        </p:nvSpPr>
        <p:spPr>
          <a:xfrm>
            <a:off x="6126480" y="530352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65" name="Shape 63"/>
          <p:cNvSpPr/>
          <p:nvPr/>
        </p:nvSpPr>
        <p:spPr>
          <a:xfrm>
            <a:off x="6126480" y="612648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66" name="Shape 64"/>
          <p:cNvSpPr/>
          <p:nvPr/>
        </p:nvSpPr>
        <p:spPr>
          <a:xfrm>
            <a:off x="6949440" y="36576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67" name="Shape 65"/>
          <p:cNvSpPr/>
          <p:nvPr/>
        </p:nvSpPr>
        <p:spPr>
          <a:xfrm>
            <a:off x="6949440" y="118872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68" name="Shape 66"/>
          <p:cNvSpPr/>
          <p:nvPr/>
        </p:nvSpPr>
        <p:spPr>
          <a:xfrm>
            <a:off x="6949440" y="201168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69" name="Shape 67"/>
          <p:cNvSpPr/>
          <p:nvPr/>
        </p:nvSpPr>
        <p:spPr>
          <a:xfrm>
            <a:off x="6949440" y="283464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70" name="Shape 68"/>
          <p:cNvSpPr/>
          <p:nvPr/>
        </p:nvSpPr>
        <p:spPr>
          <a:xfrm>
            <a:off x="6949440" y="365760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71" name="Shape 69"/>
          <p:cNvSpPr/>
          <p:nvPr/>
        </p:nvSpPr>
        <p:spPr>
          <a:xfrm>
            <a:off x="6949440" y="448056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72" name="Shape 70"/>
          <p:cNvSpPr/>
          <p:nvPr/>
        </p:nvSpPr>
        <p:spPr>
          <a:xfrm>
            <a:off x="6949440" y="530352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73" name="Shape 71"/>
          <p:cNvSpPr/>
          <p:nvPr/>
        </p:nvSpPr>
        <p:spPr>
          <a:xfrm>
            <a:off x="6949440" y="612648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74" name="Shape 72"/>
          <p:cNvSpPr/>
          <p:nvPr/>
        </p:nvSpPr>
        <p:spPr>
          <a:xfrm>
            <a:off x="7772400" y="36576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75" name="Shape 73"/>
          <p:cNvSpPr/>
          <p:nvPr/>
        </p:nvSpPr>
        <p:spPr>
          <a:xfrm>
            <a:off x="7772400" y="118872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76" name="Shape 74"/>
          <p:cNvSpPr/>
          <p:nvPr/>
        </p:nvSpPr>
        <p:spPr>
          <a:xfrm>
            <a:off x="7772400" y="201168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77" name="Shape 75"/>
          <p:cNvSpPr/>
          <p:nvPr/>
        </p:nvSpPr>
        <p:spPr>
          <a:xfrm>
            <a:off x="7772400" y="283464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78" name="Shape 76"/>
          <p:cNvSpPr/>
          <p:nvPr/>
        </p:nvSpPr>
        <p:spPr>
          <a:xfrm>
            <a:off x="7772400" y="365760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79" name="Shape 77"/>
          <p:cNvSpPr/>
          <p:nvPr/>
        </p:nvSpPr>
        <p:spPr>
          <a:xfrm>
            <a:off x="7772400" y="448056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80" name="Shape 78"/>
          <p:cNvSpPr/>
          <p:nvPr/>
        </p:nvSpPr>
        <p:spPr>
          <a:xfrm>
            <a:off x="7772400" y="530352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81" name="Shape 79"/>
          <p:cNvSpPr/>
          <p:nvPr/>
        </p:nvSpPr>
        <p:spPr>
          <a:xfrm>
            <a:off x="7772400" y="612648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82" name="Shape 80"/>
          <p:cNvSpPr/>
          <p:nvPr/>
        </p:nvSpPr>
        <p:spPr>
          <a:xfrm>
            <a:off x="8595360" y="36576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83" name="Shape 81"/>
          <p:cNvSpPr/>
          <p:nvPr/>
        </p:nvSpPr>
        <p:spPr>
          <a:xfrm>
            <a:off x="8595360" y="118872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84" name="Shape 82"/>
          <p:cNvSpPr/>
          <p:nvPr/>
        </p:nvSpPr>
        <p:spPr>
          <a:xfrm>
            <a:off x="8595360" y="201168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85" name="Shape 83"/>
          <p:cNvSpPr/>
          <p:nvPr/>
        </p:nvSpPr>
        <p:spPr>
          <a:xfrm>
            <a:off x="8595360" y="283464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86" name="Shape 84"/>
          <p:cNvSpPr/>
          <p:nvPr/>
        </p:nvSpPr>
        <p:spPr>
          <a:xfrm>
            <a:off x="8595360" y="365760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87" name="Shape 85"/>
          <p:cNvSpPr/>
          <p:nvPr/>
        </p:nvSpPr>
        <p:spPr>
          <a:xfrm>
            <a:off x="8595360" y="448056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88" name="Shape 86"/>
          <p:cNvSpPr/>
          <p:nvPr/>
        </p:nvSpPr>
        <p:spPr>
          <a:xfrm>
            <a:off x="8595360" y="530352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89" name="Shape 87"/>
          <p:cNvSpPr/>
          <p:nvPr/>
        </p:nvSpPr>
        <p:spPr>
          <a:xfrm>
            <a:off x="8595360" y="612648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90" name="Shape 88"/>
          <p:cNvSpPr/>
          <p:nvPr/>
        </p:nvSpPr>
        <p:spPr>
          <a:xfrm>
            <a:off x="9418320" y="36576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91" name="Shape 89"/>
          <p:cNvSpPr/>
          <p:nvPr/>
        </p:nvSpPr>
        <p:spPr>
          <a:xfrm>
            <a:off x="9418320" y="118872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92" name="Shape 90"/>
          <p:cNvSpPr/>
          <p:nvPr/>
        </p:nvSpPr>
        <p:spPr>
          <a:xfrm>
            <a:off x="9418320" y="201168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93" name="Shape 91"/>
          <p:cNvSpPr/>
          <p:nvPr/>
        </p:nvSpPr>
        <p:spPr>
          <a:xfrm>
            <a:off x="9418320" y="283464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94" name="Shape 92"/>
          <p:cNvSpPr/>
          <p:nvPr/>
        </p:nvSpPr>
        <p:spPr>
          <a:xfrm>
            <a:off x="9418320" y="365760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95" name="Shape 93"/>
          <p:cNvSpPr/>
          <p:nvPr/>
        </p:nvSpPr>
        <p:spPr>
          <a:xfrm>
            <a:off x="9418320" y="448056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96" name="Shape 94"/>
          <p:cNvSpPr/>
          <p:nvPr/>
        </p:nvSpPr>
        <p:spPr>
          <a:xfrm>
            <a:off x="9418320" y="530352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97" name="Shape 95"/>
          <p:cNvSpPr/>
          <p:nvPr/>
        </p:nvSpPr>
        <p:spPr>
          <a:xfrm>
            <a:off x="9418320" y="612648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98" name="Shape 96"/>
          <p:cNvSpPr/>
          <p:nvPr/>
        </p:nvSpPr>
        <p:spPr>
          <a:xfrm>
            <a:off x="10241280" y="36576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99" name="Shape 97"/>
          <p:cNvSpPr/>
          <p:nvPr/>
        </p:nvSpPr>
        <p:spPr>
          <a:xfrm>
            <a:off x="10241280" y="118872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241280" y="201168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241280" y="283464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0241280" y="365760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241280" y="448056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241280" y="530352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241280" y="612648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1064240" y="36576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1064240" y="118872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1064240" y="201168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1064240" y="283464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1064240" y="365760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1064240" y="448056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1064240" y="530352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1064240" y="612648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1887200" y="36576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1887200" y="118872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1887200" y="201168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1887200" y="283464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1887200" y="365760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1887200" y="448056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1887200" y="530352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1887200" y="6126480"/>
            <a:ext cx="18288" cy="18288"/>
          </a:xfrm>
          <a:prstGeom prst="ellipse">
            <a:avLst/>
          </a:prstGeom>
          <a:solidFill>
            <a:srgbClr val="313136"/>
          </a:solidFill>
          <a:ln/>
        </p:spPr>
      </p:sp>
      <p:sp>
        <p:nvSpPr>
          <p:cNvPr id="122" name="Shape 120"/>
          <p:cNvSpPr/>
          <p:nvPr/>
        </p:nvSpPr>
        <p:spPr>
          <a:xfrm rot="2700000">
            <a:off x="4709160" y="1417320"/>
            <a:ext cx="640080" cy="640080"/>
          </a:xfrm>
          <a:prstGeom prst="rect">
            <a:avLst/>
          </a:prstGeom>
          <a:solidFill>
            <a:srgbClr val="D7FF3F"/>
          </a:solidFill>
          <a:ln/>
        </p:spPr>
      </p:sp>
      <p:sp>
        <p:nvSpPr>
          <p:cNvPr id="123" name="Shape 121"/>
          <p:cNvSpPr/>
          <p:nvPr/>
        </p:nvSpPr>
        <p:spPr>
          <a:xfrm rot="2700000">
            <a:off x="4798771" y="1506931"/>
            <a:ext cx="460858" cy="460858"/>
          </a:xfrm>
          <a:prstGeom prst="rect">
            <a:avLst/>
          </a:prstGeom>
          <a:solidFill>
            <a:srgbClr val="0D0D0F"/>
          </a:solidFill>
          <a:ln/>
        </p:spPr>
      </p:sp>
      <p:sp>
        <p:nvSpPr>
          <p:cNvPr id="124" name="Text 122"/>
          <p:cNvSpPr/>
          <p:nvPr/>
        </p:nvSpPr>
        <p:spPr>
          <a:xfrm>
            <a:off x="3337560" y="23317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</a:t>
            </a:r>
            <a:pPr indent="0" marL="0">
              <a:buNone/>
            </a:pPr>
            <a:r>
              <a:rPr lang="en-US" sz="4400" b="1" dirty="0">
                <a:solidFill>
                  <a:srgbClr val="D7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4400" dirty="0"/>
          </a:p>
        </p:txBody>
      </p:sp>
      <p:sp>
        <p:nvSpPr>
          <p:cNvPr id="125" name="Text 123"/>
          <p:cNvSpPr/>
          <p:nvPr/>
        </p:nvSpPr>
        <p:spPr>
          <a:xfrm>
            <a:off x="1508760" y="3246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8F8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track that doesn't exist yet.</a:t>
            </a:r>
            <a:endParaRPr lang="en-US" sz="1900" dirty="0"/>
          </a:p>
        </p:txBody>
      </p:sp>
      <p:sp>
        <p:nvSpPr>
          <p:cNvPr id="126" name="Text 124"/>
          <p:cNvSpPr/>
          <p:nvPr/>
        </p:nvSpPr>
        <p:spPr>
          <a:xfrm>
            <a:off x="1508760" y="6080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8F8F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MONAD BLITZ BELGRADE  ·  AUG 22, 2026  ·  MONAD TESTNET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GAMES HAVE A SPEED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D7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enough to feel real, or actually on-chain —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D7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8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any game where the map is public in advance gets solved by bots before a human ever gets a fair shot.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FOG-OF-WAR FAIRNESS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8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track that doesn't exist yet stays fair for humans and bots alike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795528"/>
          </a:xfrm>
          <a:prstGeom prst="rect">
            <a:avLst/>
          </a:prstGeom>
          <a:solidFill>
            <a:srgbClr val="17171A"/>
          </a:solidFill>
          <a:ln w="12700">
            <a:solidFill>
              <a:srgbClr val="3131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914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F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1874520"/>
            <a:ext cx="9418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committed on-chain, revealed one block before the race starts.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881360" cy="795528"/>
          </a:xfrm>
          <a:prstGeom prst="rect">
            <a:avLst/>
          </a:prstGeom>
          <a:solidFill>
            <a:srgbClr val="17171A"/>
          </a:solidFill>
          <a:ln w="12700">
            <a:solidFill>
              <a:srgbClr val="3131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834640"/>
            <a:ext cx="914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F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0" y="2834640"/>
            <a:ext cx="9418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next checkpoint is ever shown — same rule for a human or an agent.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10881360" cy="795528"/>
          </a:xfrm>
          <a:prstGeom prst="rect">
            <a:avLst/>
          </a:prstGeom>
          <a:solidFill>
            <a:srgbClr val="17171A"/>
          </a:solidFill>
          <a:ln w="12700">
            <a:solidFill>
              <a:srgbClr val="3131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794760"/>
            <a:ext cx="914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F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3794760"/>
            <a:ext cx="9418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collisions resolve by transaction order, not physics.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754880"/>
            <a:ext cx="10881360" cy="795528"/>
          </a:xfrm>
          <a:prstGeom prst="rect">
            <a:avLst/>
          </a:prstGeom>
          <a:solidFill>
            <a:srgbClr val="17171A"/>
          </a:solidFill>
          <a:ln w="12700">
            <a:solidFill>
              <a:srgbClr val="3131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754880"/>
            <a:ext cx="914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F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828800" y="4754880"/>
            <a:ext cx="9418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out of stake and you're out. Efficient routing wins, not spam.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RACE, TWO SYSTEMS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8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 and economy, both settled on-chain, both fast enough to feel live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4023360"/>
          </a:xfrm>
          <a:prstGeom prst="rect">
            <a:avLst/>
          </a:prstGeom>
          <a:solidFill>
            <a:srgbClr val="17171A"/>
          </a:solidFill>
          <a:ln w="12700">
            <a:solidFill>
              <a:srgbClr val="3131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D7F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COLLISIONS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617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cars sharing a lane resolve by transaction order, not physics — whoever's move confirms first claims it. The loser respawns at their last checkpoint.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257800" cy="4023360"/>
          </a:xfrm>
          <a:prstGeom prst="rect">
            <a:avLst/>
          </a:prstGeom>
          <a:solidFill>
            <a:srgbClr val="17171A"/>
          </a:solidFill>
          <a:ln w="12700">
            <a:solidFill>
              <a:srgbClr val="3131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2402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37E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ECONOMY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743200"/>
            <a:ext cx="4617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move costs staked MON. Go broke, your race ends — win, and the pot (funded by everyone's entry) pays the top finishers.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8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play in a browser. AI agents play the exact same game over plain HTTP — no wallet, no ABI, no special treatment.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NEEDS MONAD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8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numbers aren't a footnote — they're the actual game clock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2468880"/>
          </a:xfrm>
          <a:prstGeom prst="rect">
            <a:avLst/>
          </a:prstGeom>
          <a:solidFill>
            <a:srgbClr val="17171A"/>
          </a:solidFill>
          <a:ln w="12700">
            <a:solidFill>
              <a:srgbClr val="3131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60604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7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50" kern="0" dirty="0">
                <a:solidFill>
                  <a:srgbClr val="8F8F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TPS THROUGHPUT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2103120"/>
            <a:ext cx="3429000" cy="2468880"/>
          </a:xfrm>
          <a:prstGeom prst="rect">
            <a:avLst/>
          </a:prstGeom>
          <a:solidFill>
            <a:srgbClr val="17171A"/>
          </a:solidFill>
          <a:ln w="12700">
            <a:solidFill>
              <a:srgbClr val="3131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0" y="260604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7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300ms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343400" y="38404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50" kern="0" dirty="0">
                <a:solidFill>
                  <a:srgbClr val="8F8F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2103120"/>
            <a:ext cx="3429000" cy="2468880"/>
          </a:xfrm>
          <a:prstGeom prst="rect">
            <a:avLst/>
          </a:prstGeom>
          <a:solidFill>
            <a:srgbClr val="17171A"/>
          </a:solidFill>
          <a:ln w="12700">
            <a:solidFill>
              <a:srgbClr val="3131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260604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7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&lt;1s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046720" y="38404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50" kern="0" dirty="0">
                <a:solidFill>
                  <a:srgbClr val="8F8F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892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any slower chain, waiting for a checkpoint to confirm kills the pacing. On Monad, a move you just made is already confirmed by the time you look up.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640080" y="640080"/>
            <a:ext cx="457200" cy="457200"/>
          </a:xfrm>
          <a:prstGeom prst="rect">
            <a:avLst/>
          </a:prstGeom>
          <a:solidFill>
            <a:srgbClr val="D7FF3F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704088" y="704088"/>
            <a:ext cx="329184" cy="329184"/>
          </a:xfrm>
          <a:prstGeom prst="rect">
            <a:avLst/>
          </a:prstGeom>
          <a:solidFill>
            <a:srgbClr val="0D0D0F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685800"/>
            <a:ext cx="5486400" cy="332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</a:t>
            </a:r>
            <a:pPr indent="0" marL="0">
              <a:buNone/>
            </a:pPr>
            <a:r>
              <a:rPr lang="en-US" sz="2000" b="1" dirty="0">
                <a:solidFill>
                  <a:srgbClr val="D7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IT LIVE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F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monadrift.vercel.app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8F8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a name or address — a session wallet is funded for you automatically.
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F8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 a friend or drop into a public lobby.
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8F8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welcome: plain HTTP, no wallet required.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F8F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SOLO IN 8 HOURS  ·  MONAD TESTNET  ·  0xdD4A...bB9A</a:t>
            </a:r>
            <a:endParaRPr lang="en-US" sz="1050" dirty="0"/>
          </a:p>
        </p:txBody>
      </p:sp>
      <p:pic>
        <p:nvPicPr>
          <p:cNvPr id="9" name="Image 0" descr="C:/Users/Nikola/AppData/Local/Temp/claude/C--Users-Nikola/dac68022-87eb-422b-9330-5b35759dce65/scratchpad/monadrift_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874520"/>
            <a:ext cx="3108960" cy="31089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75320" y="5074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8F8F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TO PLAY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2026-08-22T15:17:37Z</dcterms:created>
  <dcterms:modified xsi:type="dcterms:W3CDTF">2026-08-22T15:17:37Z</dcterms:modified>
</cp:coreProperties>
</file>